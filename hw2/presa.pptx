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b745597547c1d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4b745597547c1d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5f5cdfcf5e7b850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5f5cdfcf5e7b850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b745597547c1d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b745597547c1d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4b745597547c1d39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4b745597547c1d39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4b745597547c1d39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4b745597547c1d39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b745597547c1d39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4b745597547c1d39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4b745597547c1d39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4b745597547c1d39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4b745597547c1d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4b745597547c1d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b745597547c1d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b745597547c1d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7e5da1ca3bd48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7e5da1ca3bd48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47e5da1ca3bd48e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47e5da1ca3bd48e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7e5da1ca3bd48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47e5da1ca3bd48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47e5da1ca3bd48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47e5da1ca3bd48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5f5cdfcf5e7b850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5f5cdfcf5e7b850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ZerO Initialization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Простое объяснение. Логинов Никита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-991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Коротко о чем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62375" y="1334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Мы хотим инициализировать веса нашей модели не случайно, а используя нули и единицы. В этом нам помогут единичные матрицы (матрица I на рисунке) и матрицы Адамара (матрица H на рисунке).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75951" r="2158" t="0"/>
          <a:stretch/>
        </p:blipFill>
        <p:spPr>
          <a:xfrm>
            <a:off x="538550" y="2401050"/>
            <a:ext cx="1453977" cy="22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5415400" y="2670850"/>
            <a:ext cx="3417000" cy="19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Зачем?</a:t>
            </a:r>
            <a:r>
              <a:rPr lang="en-GB"/>
              <a:t> </a:t>
            </a:r>
            <a:r>
              <a:rPr lang="en-GB" sz="1590"/>
              <a:t>Хотим добиться вычислительной эффективности, при этом не теряя в качестве</a:t>
            </a:r>
            <a:endParaRPr sz="159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00"/>
              <a:t>А в чем минусы случайной инициализации?</a:t>
            </a:r>
            <a:endParaRPr sz="29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Почти всегда мы инициализируем наши веса случайно. Самое важное здесь - правильно подобрать дисперсию распределения.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Если дисперсия будет слишком большой - будет чрезмерное усиление градиентов -&gt; взрыв градиентов. </a:t>
            </a:r>
            <a:r>
              <a:rPr b="1" lang="en-GB"/>
              <a:t>Неприятно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Если будет слишком маленькой - можем так и не сойтись к оптимуму, тк градиент затухнет. </a:t>
            </a:r>
            <a:r>
              <a:rPr b="1" lang="en-GB"/>
              <a:t>Обидно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Статья как раз про то, как не страдать с изначальной инициализацией весов и при этом не просесть в качестве.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79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 таком случае, почему не можем инициализировать константами? 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637425"/>
            <a:ext cx="8520600" cy="29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 В таком случае одинаковые веса считают одинаковые значения, получают одинаковые градиенты, одинаково обновляются. Это называется </a:t>
            </a:r>
            <a:r>
              <a:rPr b="1" lang="en-GB"/>
              <a:t>проблемой</a:t>
            </a:r>
            <a:r>
              <a:rPr lang="en-GB"/>
              <a:t> </a:t>
            </a:r>
            <a:r>
              <a:rPr b="1" lang="en-GB"/>
              <a:t>симметрии</a:t>
            </a:r>
            <a:r>
              <a:rPr lang="en-GB"/>
              <a:t>, в таком случае наша сетка не будет такой экспрессивной, как могла бы быть при случайной инициализации весов. 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225" y="3074000"/>
            <a:ext cx="2683024" cy="17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Окей, а почему не можем инициализировать просто единичными матрицами, зачем нам еще какие-то матрицы Адамара?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2091575"/>
            <a:ext cx="8520600" cy="24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Можем!!! Другие авторы в своих статьях использовали только единичные матрицы, но делали они это для сеток с одинаковой размерностью на всех слоях.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Как мы понимаем, на практике такого не будет никогда. Взять тот же resnet, размерность его слоев различается.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Проблема использования только единичных матриц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0" y="11623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Если мы будем использовать только единичные матрицы* в сетках, где размерности внутри сети постоянно меняется, то столкнемся с проблемой </a:t>
            </a:r>
            <a:r>
              <a:rPr b="1" lang="en-GB"/>
              <a:t>training degeneracy</a:t>
            </a:r>
            <a:r>
              <a:rPr lang="en-GB"/>
              <a:t>. Какой бы большой ни была внутренняя размерность сети, активации будут находиться в подпространстве, ограниченном сверху входной размерностью.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Простыми словами: сеть стала шире, но не может воспользоваться своей увеличенной размерностью и быть более экспрессивной. Пространство остается низкоранговым.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800"/>
              <a:t>*</a:t>
            </a:r>
            <a:r>
              <a:rPr i="1" lang="en-GB" sz="800"/>
              <a:t>(или partial identity matrix при увеличении/уменьшении размерности) </a:t>
            </a:r>
            <a:endParaRPr i="1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Как исправить это?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 слоях, где мы увеличиваем размерность, мы будем использовать матрицу Адамара для инициализации весов. В слоях, где при переходе размерность не меняется, мы будем использовать единичные матрицы. Если размерность уменьшается, будем использовать partial identity matrix.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Матрицы Адамара р</a:t>
            </a:r>
            <a:r>
              <a:rPr lang="en-GB"/>
              <a:t>аспределяют вход между разными направлениями, в том числе и новыми. Таким образом мы не будем ограничены входной размерностью.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51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Пример на картинке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518475" y="3282175"/>
            <a:ext cx="64749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055"/>
              <a:t>О</a:t>
            </a:r>
            <a:r>
              <a:rPr lang="en-GB" sz="1055"/>
              <a:t>тслеживаем изменение ранга матрицы W2(произвольная матрица весов сетки) во время обучения. Красная пунктирная линия обозначает теоретическое ограничение ранга W2, равное размерности входа n_x=784</a:t>
            </a:r>
            <a:endParaRPr sz="10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055"/>
              <a:t>Слева: </a:t>
            </a:r>
            <a:r>
              <a:rPr lang="en-GB" sz="1055"/>
              <a:t>Независимо от того, насколько велико n_h(hidden dim), ранг W2 остаётся в пределах ограничения на протяжении всего обучения.</a:t>
            </a:r>
            <a:endParaRPr sz="10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055"/>
              <a:t>Справа: </a:t>
            </a:r>
            <a:r>
              <a:rPr lang="en-GB" sz="1055"/>
              <a:t>Применение преобразования Адамара снимает ограничение ранга</a:t>
            </a:r>
            <a:endParaRPr sz="10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055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967" y="923000"/>
            <a:ext cx="5825883" cy="21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Важный нюанс метода ZerO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Когда я сказал, что будем использовать только нолики и единички, я вас немного обманул.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В статье используют нормированные матрицы Адемара, чтобы избежать взрыва градиентов и получить более стабильное обучение.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Это не ломает смысл статьи, тк ребята просто хотят показать, что можно инициализироваться константами и при этом не пострадать.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738" y="3440675"/>
            <a:ext cx="1644524" cy="164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Как инициализируем свертки в ZerO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4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Авторы помещают единичное или преобразование Адамара в центральную позицию ядра, а остальные элементы устанавливают в ноль.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Например, для ядра 3×3 ненулевым является его центр.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Если число выходных каналов не увеличивается, центр ядра выполняет единичное отображение каналов.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Последнюю свёртку residual блока инициализируем нулём. В начале residual блок ведёт себя примерно как единичная матрица.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Результаты из статьи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1120575" y="3841975"/>
            <a:ext cx="7711800" cy="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GB" sz="1255"/>
              <a:t>Каждую модель прогнали 10 раз с разными random seed, чтобы получить более точную оценку, показать дисперсию. Как видно, ZerO обладает меньшей дисперсией среди всех методов, что в принципе неудивительно, поскольку в методе используем константную инициализацию.</a:t>
            </a:r>
            <a:endParaRPr sz="12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-GB" sz="1255"/>
              <a:t>Можем увидеть, что ZerO не ухудшает качество итоговой модели. </a:t>
            </a:r>
            <a:endParaRPr sz="1255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525" y="1152474"/>
            <a:ext cx="5489951" cy="22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Результаты моего прогона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Я тоже взял </a:t>
            </a:r>
            <a:r>
              <a:rPr lang="en-GB" sz="1000"/>
              <a:t>CIFAR10+</a:t>
            </a:r>
            <a:r>
              <a:rPr lang="en-GB" sz="1000"/>
              <a:t>resnet, но более легковесный, чтобы обучение не растянулось на весь семестр (учил в коллабе на T4). Обучал 60 эпох (в статье обучали 200) с разными вариантами инициализаций. Подмечу - графиков обучения в  статье не прилагается, сравнить не с чем.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Мои результаты показывают, что обучение при ZerO проходило менее стабильно, но в итоге пришло к сравнительно схожей test error (ZerO - 28%, Xavier - 25.5%, kaiming - 27%). Думаю сыграло роль то, что воспроизводил результаты не в полной точности (как минимум обучал 60 эпох, а не 200) + при ZerO методе матрицы изначально низкоранговые, что сказывается на выразительности (но об этом далее)</a:t>
            </a:r>
            <a:endParaRPr sz="1000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7624" y="2780000"/>
            <a:ext cx="3880349" cy="22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/>
              <a:t>Low-Rank learning trajectory(результаты статьи)</a:t>
            </a:r>
            <a:endParaRPr sz="1800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</a:rPr>
              <a:t>При ZerO инициализации мы можем увидеть, что матрицы в начале обучения начинают как простые, низкоранговые, а потом увеличивают ранг по мере необходимости.</a:t>
            </a:r>
            <a:endParaRPr sz="11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</a:rPr>
              <a:t>При случайной инициализации матрицы с первой эпохи имеют более высокий ранг.</a:t>
            </a:r>
            <a:endParaRPr sz="11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Утверждается</a:t>
            </a: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, что ZerO ведет </a:t>
            </a: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к более простым, компактным решениям, не заставляя сеть исследовать более сложное пространство.</a:t>
            </a:r>
            <a:endParaRPr sz="10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Эффективность заключается в том, что если много весов близки к нулю, их можно удалить. Тогда остаётся меньше активных параметров и потенциально меньше умножений/сложений при инференсе. При ZerO можно удалить больше околонулевых/нулевых весов без существенной потери качества.</a:t>
            </a:r>
            <a:endParaRPr sz="10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150" y="3034900"/>
            <a:ext cx="6408699" cy="17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484750" y="4615150"/>
            <a:ext cx="8490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roxima Nova"/>
                <a:ea typeface="Proxima Nova"/>
                <a:cs typeface="Proxima Nova"/>
                <a:sym typeface="Proxima Nova"/>
              </a:rPr>
              <a:t>Эпохи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530300" y="46151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roxima Nova"/>
                <a:ea typeface="Proxima Nova"/>
                <a:cs typeface="Proxima Nova"/>
                <a:sym typeface="Proxima Nova"/>
              </a:rPr>
              <a:t>Эпохи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464500" y="45688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roxima Nova"/>
                <a:ea typeface="Proxima Nova"/>
                <a:cs typeface="Proxima Nova"/>
                <a:sym typeface="Proxima Nova"/>
              </a:rPr>
              <a:t>Эпохи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2080325" y="2978200"/>
            <a:ext cx="23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второго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4042975" y="29782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второго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6067775" y="29782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четвертого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00"/>
              <a:t>Мои результаты изучения low-rank learning trajectory</a:t>
            </a:r>
            <a:endParaRPr sz="2000"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Мои результаты частично подтвердили статью: на свертке второго блока явно видно, что при ZerO инициализации матрица имеет меньший stable ранг*. Однако для третьего блока такой тенденции заметить нельзя: даже при ZerO инициализации мы сходимся к тому же (или даже большему) рангу, в сравнении с другими методами инициализации весов.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Четвертого блока в моей сетке не было, поэтому сравнить эту часть не получилось.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Вывод: добиться матриц меньшего ранга возможно, но такой результат будет негарантирован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600"/>
              <a:t>*такой большой разрыв связан с тем, что обучал мало эпох. Если увеличить количество, то, как и в результатах статьи, разрыв будет меньше</a:t>
            </a:r>
            <a:endParaRPr sz="600"/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33298" t="10282"/>
          <a:stretch/>
        </p:blipFill>
        <p:spPr>
          <a:xfrm>
            <a:off x="2143675" y="3172525"/>
            <a:ext cx="3549676" cy="13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025" y="3172525"/>
            <a:ext cx="570725" cy="3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2337825" y="2839950"/>
            <a:ext cx="23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второго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028425" y="2839950"/>
            <a:ext cx="23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третьего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Вывод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572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Авторы статьи показали, что необязательно инициализироваться случайными весами для того, чтобы добиться сравнимого качества.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В своих результатах я заметил, что на протяжении всего обучения ошибка при ZerO инициализации была больше на тестовой выборке, пусть и на небольшой процент. Думаю, это как раз связано с тем, что матрицы в ходе обучении имеют низкий ранг и повышают его с течением обучения, тогда ошибка становится сравнимой с другими методами.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Что касается low-rank learning trajectory: в своих результатах, я не увидел большой разницы в рангах к концу обучения, от этого не вижу значительной эффективности метода. Думаю, на это повлияло то, что я обучаю значительно более легкую стеку на меньшем количестве эпох.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/>
              <a:t>Если опираться на результаты статьи, то можно ожидать выигрышь при прунинге вашей сетки, тк ZerO часто ведет к более разреженным и низкоранговым решениям</a:t>
            </a:r>
            <a:endParaRPr sz="1100"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150" y="383625"/>
            <a:ext cx="2908500" cy="427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